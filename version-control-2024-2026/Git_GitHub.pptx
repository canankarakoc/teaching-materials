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80" r:id="rId3"/>
    <p:sldId id="281" r:id="rId4"/>
    <p:sldId id="256" r:id="rId5"/>
    <p:sldId id="283" r:id="rId6"/>
    <p:sldId id="279" r:id="rId7"/>
    <p:sldId id="284" r:id="rId8"/>
    <p:sldId id="272" r:id="rId9"/>
    <p:sldId id="285" r:id="rId10"/>
    <p:sldId id="271" r:id="rId11"/>
    <p:sldId id="282" r:id="rId12"/>
    <p:sldId id="278" r:id="rId13"/>
    <p:sldId id="270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30"/>
  </p:normalViewPr>
  <p:slideViewPr>
    <p:cSldViewPr snapToGrid="0">
      <p:cViewPr varScale="1">
        <p:scale>
          <a:sx n="118" d="100"/>
          <a:sy n="118" d="100"/>
        </p:scale>
        <p:origin x="3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C537-F757-0334-1D46-ADC377CB2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DA76B-5A39-17E0-2303-018D06009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8C172-A2C8-11C8-D939-7DC561D9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7647E-EA95-74BE-E8D3-0F47C413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7F8CD-6D68-C5B2-1344-1DB78F25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36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60618-BB8C-234B-06FC-678F26BF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EEAB0-CF77-ECC8-306A-6E46DD42C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0E542-6619-C4F8-47D0-617A1644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71F75-E069-C938-3315-2846FC02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77229-0700-799F-2311-96BD506A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2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2B5CE-E5A8-33FB-2514-9791A0E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ECFAB-1EF5-E3CB-AD89-3F46152A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15B8-D375-476F-AE50-C0682A429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E668B-A2E0-6A17-66BD-5B02AA3B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0C0DD-EF23-E1B9-DF3D-B676B6E6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1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D0333-6D0B-9F77-D839-1EA7186C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4525-105B-3B1E-72B4-F13F8BF21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2E8B8-020B-3F8A-2B2A-C67B98187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77B7B-9558-8EED-C394-1870AE40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41356-3691-198E-1178-B51146ED2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86A23-52B0-95E2-D7F6-4C7EA5824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12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16DF-51B1-F4CD-BB4D-E93D52F0D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50032-3A23-4BC4-9D16-C6AE2D189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B0ED4-6FFF-842A-74B2-C2AE9E6C9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D899F-17C8-F680-5E0E-7F91DEC99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B5733-3387-A30E-5744-89FA8010A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0EA4C-B58A-BC4C-B54F-F8203975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C9E03C-068D-501C-4507-E3D59891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426E38-B167-7A8D-95EF-5F8EB647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4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24A7B-9B15-4BC8-BFD9-5A655CDB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27BEB-2FB9-6EAE-1C1E-72E43960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25FA1-7DC8-6CF4-AD3D-7F4ECBFE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5F0B2-EF20-6812-4677-F3835758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5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A07DE-65F3-7968-3D99-C9EA3F9E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9A24B-F63D-5271-698E-EE631449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45085-CA14-375D-3B96-E5316FB3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54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8ED7-302E-9F0C-5A39-FEAEE59F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7CF04-46D9-3E25-FBE4-508E47572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B4A25-387A-9797-C58D-09D174060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5786A-D481-10BE-FFA1-301844F7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FDDB5-4352-4500-DD8F-1F33D75FB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3CDFD-2DF0-A06E-4377-B0877424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7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97A2E-6F2A-F0D4-9B64-37305B628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3D0C5-36DF-5B67-1D18-5689900B6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CE198-44BF-A440-6B07-C9C76EB8E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879F0-CCB6-AD94-75A7-F4AF3B82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22545-04F1-BAA3-0E6D-C8CD8704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498888-18EC-11D4-521C-085BB52E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7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2225-75F6-7905-7689-DA5D6D812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E05F2-1C9B-FE06-A2C0-5F779FBE0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1FCB0-0F97-8837-A1BD-871FB801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6CA5A-A11A-EEFE-E4A5-5F65267B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ED6CC-96BD-0600-9DE2-E1EA4E50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80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0DAC9D-55EE-7605-0764-AFE3C96AB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8B7A82-837D-9E72-D5AA-9CEEA3E38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2E418-C12B-EC8B-79F4-02B02CB1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E1CBD-FCF0-430C-94EB-F0962236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D5B2C-575C-FC48-555A-597FFC2A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3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6B4B8-FE68-EBB4-E90F-10BC1189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406FB-DD82-0BFC-BFC4-EC316C74F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A0B89-D1C2-9FED-E883-07D98AE28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0AC5C-C0A6-3544-84B8-861018312FF7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42E72-9F29-DCA8-ED35-D3F9FDE7C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ABE11-2DFC-3F6E-E4D6-A8C58AA9A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E80D0-772B-BA45-ACD4-61884B5E7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29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s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ostats-r.github.io/biostats/github/" TargetMode="External"/><Relationship Id="rId2" Type="http://schemas.openxmlformats.org/officeDocument/2006/relationships/hyperlink" Target="https://ohshitgit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bobbyiliev/introduction-to-git-and-github-ebook?tab=readme-ov-file" TargetMode="External"/><Relationship Id="rId4" Type="http://schemas.openxmlformats.org/officeDocument/2006/relationships/hyperlink" Target="https://happygitwith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artoon showing graduate student saving a file called 'FINAL.doc'. The document is then revised many times before becomming 'FINAL_rev.22.comments49.corrections.10.#@$%WHYDIDICOMETORADSCHOOL????.doc'.">
            <a:extLst>
              <a:ext uri="{FF2B5EF4-FFF2-40B4-BE49-F238E27FC236}">
                <a16:creationId xmlns:a16="http://schemas.microsoft.com/office/drawing/2014/main" id="{B7A0884B-A5D1-DE20-217F-D9C78E5EC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04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FA0692-A775-7277-C749-4F9935871F1C}"/>
              </a:ext>
            </a:extLst>
          </p:cNvPr>
          <p:cNvSpPr txBox="1"/>
          <p:nvPr/>
        </p:nvSpPr>
        <p:spPr>
          <a:xfrm>
            <a:off x="220816" y="1916682"/>
            <a:ext cx="55002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Reproducibility = key for credible, sharable 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data, code, &amp; results can be verified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Builds trust and enables future use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3E89C7-B736-D0A9-C63A-E3A5AA477995}"/>
              </a:ext>
            </a:extLst>
          </p:cNvPr>
          <p:cNvSpPr txBox="1"/>
          <p:nvPr/>
        </p:nvSpPr>
        <p:spPr>
          <a:xfrm>
            <a:off x="220816" y="4248842"/>
            <a:ext cx="37669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dirty="0" err="1"/>
              <a:t>Final_Final.docx</a:t>
            </a:r>
            <a:r>
              <a:rPr lang="en-US" dirty="0"/>
              <a:t>”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overwrites and lost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 to track collaborations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3BE7F5-EFBC-2EE6-B13E-6B937349B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88184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7578DC-E06C-846F-765A-741C5F33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2D400-03CA-D95D-9A93-22F66AE3DF42}"/>
              </a:ext>
            </a:extLst>
          </p:cNvPr>
          <p:cNvSpPr txBox="1"/>
          <p:nvPr/>
        </p:nvSpPr>
        <p:spPr>
          <a:xfrm>
            <a:off x="914400" y="1690688"/>
            <a:ext cx="34849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version control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Tracks changes &amp;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Branching allows parallel work</a:t>
            </a:r>
          </a:p>
          <a:p>
            <a:endParaRPr lang="en-US" dirty="0"/>
          </a:p>
        </p:txBody>
      </p:sp>
      <p:pic>
        <p:nvPicPr>
          <p:cNvPr id="3076" name="Picture 4" descr="Understanding GitHub Flow and Git Flow | by Yan Min Thwin | Medium">
            <a:extLst>
              <a:ext uri="{FF2B5EF4-FFF2-40B4-BE49-F238E27FC236}">
                <a16:creationId xmlns:a16="http://schemas.microsoft.com/office/drawing/2014/main" id="{74C3C8BF-DDD3-7FE8-2385-FBEAFD8E7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420" y="2660073"/>
            <a:ext cx="6809434" cy="383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44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CEAF-7E7E-E3A8-BB2A-FE32C242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B8EDB-049D-F455-FA0D-B7DFCE8AD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46664" cy="170728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Cloud platform to host Git repositories</a:t>
            </a:r>
          </a:p>
          <a:p>
            <a:r>
              <a:rPr lang="en-US" dirty="0"/>
              <a:t>Collaboration tools </a:t>
            </a:r>
          </a:p>
          <a:p>
            <a:pPr marL="0" indent="0">
              <a:buNone/>
            </a:pPr>
            <a:r>
              <a:rPr lang="en-US" dirty="0"/>
              <a:t>(issues, pull requests)</a:t>
            </a:r>
          </a:p>
          <a:p>
            <a:r>
              <a:rPr lang="en-US" dirty="0"/>
              <a:t>Visibility and backup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863580-2046-9E33-E8AC-3A58989B1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864" y="1943047"/>
            <a:ext cx="6268936" cy="35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0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775BE41D-AD19-7AFB-E3F4-714A76022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66" y="1"/>
            <a:ext cx="100430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7383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C8C862E-BF4D-4814-36B4-77DD0F1C3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0"/>
            <a:ext cx="9466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94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it — Most frequently used commands | by HARSH SINGHAL | Analytics Vidhya |  Medium">
            <a:extLst>
              <a:ext uri="{FF2B5EF4-FFF2-40B4-BE49-F238E27FC236}">
                <a16:creationId xmlns:a16="http://schemas.microsoft.com/office/drawing/2014/main" id="{64D6390E-97FC-11DC-EF8D-29B70C40C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50800"/>
            <a:ext cx="10160000" cy="675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73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se of Git Reset, Git Revert, Git Checkout &amp; Squash Commit | by Amit  Prajapati | MindOrks | Medium">
            <a:extLst>
              <a:ext uri="{FF2B5EF4-FFF2-40B4-BE49-F238E27FC236}">
                <a16:creationId xmlns:a16="http://schemas.microsoft.com/office/drawing/2014/main" id="{5F1FAB94-4B1C-0F63-2C8F-BFEA612C6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412750"/>
            <a:ext cx="10756900" cy="603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755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 Workflow Explained — A Step-by-Step Guide | by Sandra Winkler | Medium">
            <a:extLst>
              <a:ext uri="{FF2B5EF4-FFF2-40B4-BE49-F238E27FC236}">
                <a16:creationId xmlns:a16="http://schemas.microsoft.com/office/drawing/2014/main" id="{E6AF718A-0A87-4DD8-D57B-11EBD2ED0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018" y="0"/>
            <a:ext cx="1015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5399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rge Conflicts: What They Are and How to Deal with Them​ | CSS-Tricks">
            <a:extLst>
              <a:ext uri="{FF2B5EF4-FFF2-40B4-BE49-F238E27FC236}">
                <a16:creationId xmlns:a16="http://schemas.microsoft.com/office/drawing/2014/main" id="{27417EBA-01A2-701B-F160-12F5ABDD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1763"/>
            <a:ext cx="12192000" cy="405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942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3218-EBA9-C65A-BA7F-031DDA3F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F23F-731D-B7C6-77E5-1EA1662FE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 account: </a:t>
            </a:r>
            <a:r>
              <a:rPr lang="en-US" dirty="0">
                <a:hlinkClick r:id="rId2"/>
              </a:rPr>
              <a:t>https://github.com/</a:t>
            </a:r>
            <a:r>
              <a:rPr lang="en-US" dirty="0"/>
              <a:t> +2FO</a:t>
            </a:r>
          </a:p>
          <a:p>
            <a:r>
              <a:rPr lang="en-US" dirty="0"/>
              <a:t>Install git </a:t>
            </a:r>
            <a:r>
              <a:rPr lang="en-US" dirty="0">
                <a:hlinkClick r:id="rId3"/>
              </a:rPr>
              <a:t>https://git-scm.com/downloads</a:t>
            </a:r>
            <a:endParaRPr lang="en-US" dirty="0"/>
          </a:p>
          <a:p>
            <a:r>
              <a:rPr lang="en-US" dirty="0"/>
              <a:t>Create a repo, clone, or fork an existing repo </a:t>
            </a:r>
          </a:p>
          <a:p>
            <a:r>
              <a:rPr lang="en-US" dirty="0"/>
              <a:t>Authenticate yourself, tokens, SSH</a:t>
            </a:r>
          </a:p>
          <a:p>
            <a:r>
              <a:rPr lang="en-US" dirty="0"/>
              <a:t>Global settings (git config --global), origin, and upstream (git remote add)</a:t>
            </a:r>
          </a:p>
          <a:p>
            <a:r>
              <a:rPr lang="en-US" dirty="0"/>
              <a:t>Git workflow (branch, add, commit, merge, pull, push)</a:t>
            </a:r>
          </a:p>
          <a:p>
            <a:r>
              <a:rPr lang="en-US" dirty="0"/>
              <a:t>Pull request </a:t>
            </a:r>
          </a:p>
        </p:txBody>
      </p:sp>
    </p:spTree>
    <p:extLst>
      <p:ext uri="{BB962C8B-B14F-4D97-AF65-F5344CB8AC3E}">
        <p14:creationId xmlns:p14="http://schemas.microsoft.com/office/powerpoint/2010/main" val="2098176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DD962-AAA7-27FB-2C46-E31889CE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lab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DCDA9-46B3-926D-7580-0D53CA1D0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Commit often, descriptive messages</a:t>
            </a:r>
          </a:p>
          <a:p>
            <a:r>
              <a:rPr lang="en-US" dirty="0"/>
              <a:t>Use .</a:t>
            </a:r>
            <a:r>
              <a:rPr lang="en-US" dirty="0" err="1"/>
              <a:t>gitignore</a:t>
            </a:r>
            <a:r>
              <a:rPr lang="en-US" dirty="0"/>
              <a:t> for large/unwanted files</a:t>
            </a:r>
          </a:p>
          <a:p>
            <a:r>
              <a:rPr lang="en-US" dirty="0"/>
              <a:t>Write clear README &amp; document analyses</a:t>
            </a:r>
          </a:p>
          <a:p>
            <a:r>
              <a:rPr lang="en-US" dirty="0"/>
              <a:t>Create separate branches for each new feature or fix.</a:t>
            </a:r>
            <a:endParaRPr lang="en-US" b="1" dirty="0"/>
          </a:p>
          <a:p>
            <a:r>
              <a:rPr lang="en-US" dirty="0"/>
              <a:t>Use git pull upstream main to stay up-to-date with the lab’s central repo.</a:t>
            </a:r>
          </a:p>
          <a:p>
            <a:r>
              <a:rPr lang="en-US" dirty="0"/>
              <a:t>Never push directly to the lab’s main repo. Use pull requests to propose, review, and discuss changes.</a:t>
            </a:r>
          </a:p>
          <a:p>
            <a:r>
              <a:rPr lang="en-US" dirty="0"/>
              <a:t>CONFLICTS! Check that your changes run without errors and don’t break anything.</a:t>
            </a:r>
          </a:p>
          <a:p>
            <a:r>
              <a:rPr lang="en-US" dirty="0"/>
              <a:t>Communicate in pull requests and issues.</a:t>
            </a:r>
          </a:p>
          <a:p>
            <a:r>
              <a:rPr lang="en-US" dirty="0"/>
              <a:t>Raw data and key results should be backed up outside Git (e.g., lab server, cloud storage).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88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Topology">
            <a:extLst>
              <a:ext uri="{FF2B5EF4-FFF2-40B4-BE49-F238E27FC236}">
                <a16:creationId xmlns:a16="http://schemas.microsoft.com/office/drawing/2014/main" id="{C46A8A00-D8A9-8553-680E-89CE04949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8312" y="458826"/>
            <a:ext cx="9504556" cy="594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91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B8F27AD2-0AE4-FE6F-CD7C-3D10807B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23" y="756516"/>
            <a:ext cx="10477353" cy="53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76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383B-9825-91A3-14D6-671DE2225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 links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D58C1-433D-33E4-B74B-5ED34861E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https://ohshitgit.com/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https://biostats-r.github.io/biostats/github/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https://happygitwithr.com/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https://github.com/bobbyiliev/introduction-to-git-and-github-ebook?tab=readme-ov-file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80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297</Words>
  <Application>Microsoft Macintosh PowerPoint</Application>
  <PresentationFormat>Widescreen</PresentationFormat>
  <Paragraphs>48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Version control</vt:lpstr>
      <vt:lpstr>Git</vt:lpstr>
      <vt:lpstr>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flow </vt:lpstr>
      <vt:lpstr>Some lab practices</vt:lpstr>
      <vt:lpstr>PowerPoint Presentation</vt:lpstr>
      <vt:lpstr>PowerPoint Presentation</vt:lpstr>
      <vt:lpstr>Info links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Karakoç, Canan</dc:creator>
  <cp:lastModifiedBy>Karakoç, Canan</cp:lastModifiedBy>
  <cp:revision>14</cp:revision>
  <dcterms:created xsi:type="dcterms:W3CDTF">2025-05-31T13:07:39Z</dcterms:created>
  <dcterms:modified xsi:type="dcterms:W3CDTF">2025-06-02T13:59:29Z</dcterms:modified>
</cp:coreProperties>
</file>